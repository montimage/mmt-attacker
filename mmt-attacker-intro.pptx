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583680" y="45720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731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SIMULATION TOOLKIT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MMT-Attacker</a:t>
            </a:r>
            <a:endParaRPr lang="en-US" sz="6000" dirty="0"/>
          </a:p>
        </p:txBody>
      </p:sp>
      <p:sp>
        <p:nvSpPr>
          <p:cNvPr id="6" name="Shape 3"/>
          <p:cNvSpPr/>
          <p:nvPr/>
        </p:nvSpPr>
        <p:spPr>
          <a:xfrm>
            <a:off x="365760" y="2514600"/>
            <a:ext cx="2011680" cy="4572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matcha  CLI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60" y="3154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26+ network &amp; application-layer attack simulations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authorized security education &amp; lab testing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montimage.eu  ·  github.com/Montimage/mmt-attacker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3840480" cy="4572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520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CLI toolkit — one `matcha` command for all attacks</a:t>
            </a:r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attack types: network, application, and replay layers</a:t>
            </a:r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parameter validation &amp; structured logging</a:t>
            </a:r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architecture — easy to extend</a:t>
            </a:r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two-container lab for isolated simulations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83480" y="1143000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143000"/>
            <a:ext cx="384048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1691640"/>
            <a:ext cx="3520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courses &amp; security training labs</a:t>
            </a:r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competition preparation</a:t>
            </a:r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/ IPS detection research &amp; tuning</a:t>
            </a:r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labelled network traffic datasets</a:t>
            </a:r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&amp; SIEM rule validation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authorized testing only — always obtain written permission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029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103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1783080" y="2423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3474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layers: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· Application · Replay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"/>
            <a:ext cx="4480560" cy="160020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201168"/>
            <a:ext cx="73152" cy="16002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274320"/>
            <a:ext cx="384048" cy="34747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743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68580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Spoof  ·  BGP Hijack  ·  DHCP Starvation</a:t>
            </a:r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Amp  ·  ICMP Flood  ·  MAC Flood</a:t>
            </a:r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 ·  NTP Amp  ·  Ping of Death</a:t>
            </a:r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Smurf  ·  SYN Flood  ·  UDP Flood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965960"/>
            <a:ext cx="4480560" cy="160020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965960"/>
            <a:ext cx="73152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2039112"/>
            <a:ext cx="38404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20391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057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2450592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DoS / Flood  ·  Slowloris</a:t>
            </a:r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/ FTP / RDP Brute Force</a:t>
            </a:r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 ·  XSS  ·  Dir Traversal  ·  XXE</a:t>
            </a:r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Strip  ·  VLAN Hop  ·  Cred Harvester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3767328"/>
            <a:ext cx="4480560" cy="118872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3767328"/>
            <a:ext cx="73152" cy="1188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3840480"/>
            <a:ext cx="384048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38404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3858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425196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Replay — replay captured traffic</a:t>
            </a:r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speed control &amp; interface selection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&amp; HOW TO INSTALL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43891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 (Simplest)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24688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mmt-attacker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the matcha command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globally. Requires Python 3.8+.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51560"/>
            <a:ext cx="274320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0515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Lab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1600200"/>
            <a:ext cx="24688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 -d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1945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Two-container isolated lab.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+ target on private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network. Recommended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demos &amp; courses.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0515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51560"/>
            <a:ext cx="2743200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0515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1600200"/>
            <a:ext cx="24688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…/mmt-attacker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2057400"/>
            <a:ext cx="24688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057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-e 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6517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development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contributing.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00016"/>
            <a:ext cx="347472" cy="34747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77240" y="4663440"/>
            <a:ext cx="8138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github.com/Montimage/mmt-attacker    ·    pypi.org/project/mmt-attacker    ·    montimage.eu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Quick-start playbook with Docker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554480" cy="228600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1762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Lab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13716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3347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--build -d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11096" y="2514600"/>
            <a:ext cx="256032" cy="0"/>
          </a:xfrm>
          <a:prstGeom prst="line">
            <a:avLst/>
          </a:prstGeom>
          <a:noFill/>
          <a:ln w="25400">
            <a:solidFill>
              <a:srgbClr val="0F9B8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371600"/>
            <a:ext cx="1554480" cy="228600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5087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03120" y="21762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Shell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94560" y="2633472"/>
            <a:ext cx="13716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263347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attacker bash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94176" y="2514600"/>
            <a:ext cx="256032" cy="0"/>
          </a:xfrm>
          <a:prstGeom prst="line">
            <a:avLst/>
          </a:prstGeom>
          <a:noFill/>
          <a:ln w="25400">
            <a:solidFill>
              <a:srgbClr val="0F9B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86200" y="1371600"/>
            <a:ext cx="1554480" cy="228600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1508760"/>
            <a:ext cx="548640" cy="5486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86200" y="21762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Attacks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977640" y="2633472"/>
            <a:ext cx="13716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263347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matcha list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77256" y="2514600"/>
            <a:ext cx="256032" cy="0"/>
          </a:xfrm>
          <a:prstGeom prst="line">
            <a:avLst/>
          </a:prstGeom>
          <a:noFill/>
          <a:ln w="25400">
            <a:solidFill>
              <a:srgbClr val="0F9B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1371600"/>
            <a:ext cx="1554480" cy="228600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508760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21762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Attack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2633472"/>
            <a:ext cx="13716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263347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matcha syn-flood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--target-ip target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--count 500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60336" y="2514600"/>
            <a:ext cx="256032" cy="0"/>
          </a:xfrm>
          <a:prstGeom prst="line">
            <a:avLst/>
          </a:prstGeom>
          <a:noFill/>
          <a:ln w="25400">
            <a:solidFill>
              <a:srgbClr val="0F9B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2360" y="1371600"/>
            <a:ext cx="1554480" cy="228600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955280" y="1508760"/>
            <a:ext cx="548640" cy="5486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52360" y="21762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543800" y="2633472"/>
            <a:ext cx="13716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263347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useful commands: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206240"/>
            <a:ext cx="274320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206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matcha info &lt;attack&gt;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Details &amp; params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91840" y="4206240"/>
            <a:ext cx="274320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4206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matcha --help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help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4206240"/>
            <a:ext cx="274320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4206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matcha &lt;attack&gt; --output json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JSON output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MMT-Attacker — Introduction</dc:title>
  <dc:subject>PptxGenJS Presentation</dc:subject>
  <dc:creator>Montimage</dc:creator>
  <cp:lastModifiedBy>Montimage</cp:lastModifiedBy>
  <cp:revision>1</cp:revision>
  <dcterms:created xsi:type="dcterms:W3CDTF">2026-03-31T00:00:13Z</dcterms:created>
  <dcterms:modified xsi:type="dcterms:W3CDTF">2026-03-31T00:00:13Z</dcterms:modified>
</cp:coreProperties>
</file>